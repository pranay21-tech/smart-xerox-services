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811F"/>
    <a:srgbClr val="F381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358F5-5FB7-6ED9-65A2-67834FED4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E2348-932B-A48D-AD67-7183F08DB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82C83-7CB8-EFBE-189C-4AFCD39A7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EF86-45B2-4B25-B626-E1B83BE3BEA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3842F-DE23-01E9-DB1B-15B94F2D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13878-9370-B15D-886F-3E065327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DC27-370B-42A6-96C2-2B4E54872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865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D8030-0D0F-3DE1-4ACC-DB2C85CB7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C3643-7317-9802-9F9D-96F07982E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8EEA3-E353-96D9-F83F-8BD783746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EF86-45B2-4B25-B626-E1B83BE3BEA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277D0-CA0E-88C1-1EA7-76C014F5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D7197-E39F-38CB-53BE-75F43F22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DC27-370B-42A6-96C2-2B4E54872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137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643C8-4844-11C2-FB40-CE9D581A4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612F8-B005-EBD3-7D53-C728DD64C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19D55-3E2F-A144-FEBE-7F5DD4766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EF86-45B2-4B25-B626-E1B83BE3BEA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5DB7-2B67-0BE9-EFE1-E87DDF82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35759-3C51-38E8-B678-E2A5D299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DC27-370B-42A6-96C2-2B4E54872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87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C601-788B-28C2-77FA-62F7DD14B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CD2CC-D6D4-ED48-5425-852B0C2A3E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9EF0-90C1-0CCC-3FC0-8F242EEDE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41A65-AD49-9B97-D369-67302A638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EF86-45B2-4B25-B626-E1B83BE3BEA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10FDA-6E81-4201-FF3A-89EB9AC7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C0B2C-43DC-FC19-33E9-543BE9D0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DC27-370B-42A6-96C2-2B4E54872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223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4A2C-D770-760E-67B2-711B25F3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6F8F5-E26E-703B-6906-A20D86256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46FA7-A2B1-0201-D14E-EDE87C313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831C59-4ACB-0500-87AD-4FCEBC615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5B1C8E-434A-DF9E-7193-D86FCD5DC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08EB8-711A-18C6-EC6E-38590966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EF86-45B2-4B25-B626-E1B83BE3BEA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D3B03F-0891-C66F-3F7E-4CF83FEB2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3650C1-7ECD-4E12-D97F-E1337FE6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DC27-370B-42A6-96C2-2B4E54872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861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D2654-4C07-CB5C-3F1A-5A0B6AF19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80F3FD-73CC-87CE-7434-8859EE6A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EF86-45B2-4B25-B626-E1B83BE3BEA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FC3020-5874-42CC-6FF9-19AEBF94B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DB607-52BA-B5BC-0EBD-0B391DA5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DC27-370B-42A6-96C2-2B4E54872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84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17899-2883-8BD2-4F08-6BE8CCF3C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EF86-45B2-4B25-B626-E1B83BE3BEA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6994F8-7380-FC16-57D7-78CD6B10F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26EFD-994E-42FF-E3D1-E14E4AB3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DC27-370B-42A6-96C2-2B4E54872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11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16BC-2FBB-F69A-1C0A-F2A265322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19C9E-D653-97DD-1B2E-7D140E4F6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458B5-7A75-91E9-2118-2773E05BF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21DBC-AA21-EA5D-0592-985AA09AC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EF86-45B2-4B25-B626-E1B83BE3BEA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D8FDA-03FB-7BD8-A702-8CD2A801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0F2C3-2DA8-8643-41CD-BDEB0BD0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DC27-370B-42A6-96C2-2B4E54872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330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B1DA-2288-3377-9548-216FC66C6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D4FEDD-737F-4EE2-3F46-B311F8CEE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D830D-525D-5674-D0C5-BE132E963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C0774-7AF6-F65C-18C4-60C9E7D3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EF86-45B2-4B25-B626-E1B83BE3BEA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2BADB-EF4E-4F07-3B0F-BD8B358AF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3595F-C51B-5D35-615C-07727BDDC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DC27-370B-42A6-96C2-2B4E54872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6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E3EC-DFD5-66CC-1364-6B5EC56F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5C-4C25-603D-46CB-C749C23F5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3D95C-E3F2-938F-2A20-FA4FB1851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EF86-45B2-4B25-B626-E1B83BE3BEA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6B7D6-2E32-20A6-05CB-9AECCFB37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7D2C8-CFDC-A5CD-6430-02AA48E4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DC27-370B-42A6-96C2-2B4E54872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056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DF4DAE-DB9B-DA85-5D4A-C7BE70D76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B4AB8-D9D0-AF79-83F2-CDB55824C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6D045-39C3-AF78-4CFC-25D8F35A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EF86-45B2-4B25-B626-E1B83BE3BEA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4F3C4-BCE3-34D2-1C9D-E06C47231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92B8F-0D2A-0C8F-F9AF-9E7C12F66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DC27-370B-42A6-96C2-2B4E54872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82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AD399E-678F-F2E5-A8BD-BF72E4BB5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D31FE-AB10-3CB2-D43F-E163D5222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7EE4A-5A46-4FAC-1117-F823044CFD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0EF86-45B2-4B25-B626-E1B83BE3BEA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CDC5C-55F8-2E49-76C6-5655C815B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FC513-571D-8350-E41E-7397323CA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5DC27-370B-42A6-96C2-2B4E54872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13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66E4F-416D-9085-9FF2-97AEA484C6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46301" y="-4564"/>
            <a:ext cx="12238302" cy="68902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DFFF0B-6DF6-5FAD-AE66-98BB146E8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27" y="2756376"/>
            <a:ext cx="4146450" cy="41016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F45825-354F-08E2-93F2-6AC83C378B2B}"/>
              </a:ext>
            </a:extLst>
          </p:cNvPr>
          <p:cNvSpPr txBox="1"/>
          <p:nvPr/>
        </p:nvSpPr>
        <p:spPr>
          <a:xfrm>
            <a:off x="-46301" y="113099"/>
            <a:ext cx="116094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BankGothic Lt BT" panose="020B0607020203060204" pitchFamily="34" charset="0"/>
              </a:rPr>
              <a:t>Various Types of Social Engineering </a:t>
            </a:r>
          </a:p>
          <a:p>
            <a:r>
              <a:rPr lang="en-US" sz="6600" b="1" dirty="0">
                <a:solidFill>
                  <a:schemeClr val="bg1"/>
                </a:solidFill>
                <a:latin typeface="BankGothic Lt BT" panose="020B0607020203060204" pitchFamily="34" charset="0"/>
              </a:rPr>
              <a:t>Techniques</a:t>
            </a:r>
            <a:r>
              <a:rPr lang="en-US" sz="7200" b="1" dirty="0">
                <a:solidFill>
                  <a:schemeClr val="bg1"/>
                </a:solidFill>
                <a:latin typeface="BankGothic Lt BT" panose="020B0607020203060204" pitchFamily="34" charset="0"/>
              </a:rPr>
              <a:t> </a:t>
            </a:r>
            <a:endParaRPr lang="en-IN" sz="7200" b="1" dirty="0">
              <a:solidFill>
                <a:schemeClr val="bg1"/>
              </a:solidFill>
              <a:latin typeface="BankGothic Lt BT" panose="020B0607020203060204" pitchFamily="34" charset="0"/>
            </a:endParaRPr>
          </a:p>
          <a:p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3039374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E31228-ED36-783B-22CD-BF2F8876465D}"/>
              </a:ext>
            </a:extLst>
          </p:cNvPr>
          <p:cNvSpPr txBox="1"/>
          <p:nvPr/>
        </p:nvSpPr>
        <p:spPr>
          <a:xfrm>
            <a:off x="706056" y="960699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ptos Display" panose="020B0004020202020204" pitchFamily="34" charset="0"/>
              </a:rPr>
              <a:t>What is </a:t>
            </a:r>
            <a:r>
              <a:rPr lang="en-US" sz="3600" b="1" dirty="0">
                <a:latin typeface="Aptos Display" panose="020B0004020202020204" pitchFamily="34" charset="0"/>
              </a:rPr>
              <a:t>Social Engineering</a:t>
            </a:r>
            <a:r>
              <a:rPr lang="en-IN" sz="3600" b="1" dirty="0">
                <a:latin typeface="Aptos Display" panose="020B0004020202020204" pitchFamily="34" charset="0"/>
              </a:rPr>
              <a:t> ??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A0BF0-6AC4-A3AE-55EA-55500266C58E}"/>
              </a:ext>
            </a:extLst>
          </p:cNvPr>
          <p:cNvSpPr txBox="1"/>
          <p:nvPr/>
        </p:nvSpPr>
        <p:spPr>
          <a:xfrm>
            <a:off x="231494" y="2260211"/>
            <a:ext cx="7951807" cy="2080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Complex_IV50" panose="00000400000000000000" pitchFamily="2" charset="0"/>
                <a:cs typeface="Complex_IV50" panose="00000400000000000000" pitchFamily="2" charset="0"/>
              </a:rPr>
              <a:t>“ IT IS AN ART OF MANIPULATING PEOPLE SO THEY GIVE UP CONFIDENTIAL INFORMATION”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ECC018-93EC-4701-DC6D-1F57712BA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677" y="1123101"/>
            <a:ext cx="4404742" cy="512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18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2A2F2F-7825-F255-E751-C1A45918E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98" y="170479"/>
            <a:ext cx="3562582" cy="3258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2F47F5-4819-3268-8813-526E46AA5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121" y="170479"/>
            <a:ext cx="3562583" cy="3379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2BBC7C-83E6-4595-8B18-68157E1D0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4102" y="609599"/>
            <a:ext cx="2818996" cy="19608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D7DE7A-645E-54BC-AC44-E0967DD02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254" y="3550090"/>
            <a:ext cx="2674852" cy="2072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EEF843-FA9C-A898-700A-203855A70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2999" y="4121042"/>
            <a:ext cx="3010161" cy="24767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66BB59-8E32-02DA-FD91-0DCB0B0F15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453" y="4815120"/>
            <a:ext cx="5685013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1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EFDE7F-D261-CF2C-ACD7-B9765DF48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792" y="-65022"/>
            <a:ext cx="12317584" cy="69230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829AAF-364C-4A6D-5DB1-C422FDDC7E52}"/>
              </a:ext>
            </a:extLst>
          </p:cNvPr>
          <p:cNvSpPr txBox="1"/>
          <p:nvPr/>
        </p:nvSpPr>
        <p:spPr>
          <a:xfrm>
            <a:off x="762000" y="1630680"/>
            <a:ext cx="6995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THANKYOU !!</a:t>
            </a:r>
          </a:p>
        </p:txBody>
      </p:sp>
    </p:spTree>
    <p:extLst>
      <p:ext uri="{BB962C8B-B14F-4D97-AF65-F5344CB8AC3E}">
        <p14:creationId xmlns:p14="http://schemas.microsoft.com/office/powerpoint/2010/main" val="4274027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28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 Display</vt:lpstr>
      <vt:lpstr>Arial</vt:lpstr>
      <vt:lpstr>BankGothic Lt BT</vt:lpstr>
      <vt:lpstr>Calibri</vt:lpstr>
      <vt:lpstr>Calibri Light</vt:lpstr>
      <vt:lpstr>Cascadia Code</vt:lpstr>
      <vt:lpstr>Complex_IV50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SHEKAPURAM PRANAY</dc:creator>
  <cp:lastModifiedBy>SHEKAPURAM PRANAY</cp:lastModifiedBy>
  <cp:revision>1</cp:revision>
  <dcterms:created xsi:type="dcterms:W3CDTF">2025-03-10T13:09:26Z</dcterms:created>
  <dcterms:modified xsi:type="dcterms:W3CDTF">2025-03-10T13:54:37Z</dcterms:modified>
</cp:coreProperties>
</file>