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IN" dirty="0"/>
            </a:br>
            <a:br>
              <a:rPr lang="en-IN" dirty="0"/>
            </a:br>
            <a:r>
              <a:rPr dirty="0"/>
              <a:t>Smart Xerox Services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dirty="0"/>
              <a:t>• Traditional Xerox services create long queues.</a:t>
            </a:r>
          </a:p>
          <a:p>
            <a:pPr marL="0" indent="0">
              <a:buNone/>
            </a:pPr>
            <a:r>
              <a:rPr dirty="0"/>
              <a:t>• Manual processing causes delays and errors.</a:t>
            </a:r>
          </a:p>
          <a:p>
            <a:pPr marL="0" indent="0">
              <a:buNone/>
            </a:pPr>
            <a:r>
              <a:rPr dirty="0"/>
              <a:t>• Students cannot track print status.</a:t>
            </a:r>
          </a:p>
          <a:p>
            <a:pPr marL="0" indent="0">
              <a:buNone/>
            </a:pPr>
            <a:r>
              <a:rPr dirty="0"/>
              <a:t>• Need for a digital solution.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F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dirty="0"/>
              <a:t>• Queues &amp; slow processing.</a:t>
            </a:r>
          </a:p>
          <a:p>
            <a:pPr marL="0" indent="0">
              <a:buNone/>
            </a:pPr>
            <a:r>
              <a:rPr dirty="0"/>
              <a:t>• Mismanagement of document orders.</a:t>
            </a:r>
          </a:p>
          <a:p>
            <a:pPr marL="0" indent="0">
              <a:buNone/>
            </a:pPr>
            <a:r>
              <a:rPr dirty="0"/>
              <a:t>• No real-time status tracking.</a:t>
            </a:r>
          </a:p>
          <a:p>
            <a:pPr marL="0" indent="0">
              <a:buNone/>
            </a:pPr>
            <a:r>
              <a:rPr dirty="0"/>
              <a:t>• Peak-time inefficiency.</a:t>
            </a:r>
            <a:endParaRPr lang="en-US"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r>
              <a:rPr dirty="0"/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dirty="0"/>
              <a:t>• Web app for uploading documents.</a:t>
            </a:r>
          </a:p>
          <a:p>
            <a:pPr marL="0" indent="0">
              <a:buNone/>
            </a:pPr>
            <a:r>
              <a:rPr dirty="0"/>
              <a:t>• Online print settings &amp; order submission.</a:t>
            </a:r>
          </a:p>
          <a:p>
            <a:pPr marL="0" indent="0">
              <a:buNone/>
            </a:pPr>
            <a:r>
              <a:rPr dirty="0"/>
              <a:t>• Digital payments.</a:t>
            </a:r>
          </a:p>
          <a:p>
            <a:pPr marL="0" indent="0">
              <a:buNone/>
            </a:pPr>
            <a:r>
              <a:rPr dirty="0"/>
              <a:t>• Admin dashboard.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dirty="0"/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endParaRPr lang="en-IN" dirty="0"/>
          </a:p>
          <a:p>
            <a:pPr marL="0" indent="0" algn="just">
              <a:buNone/>
            </a:pPr>
            <a:r>
              <a:rPr lang="en-IN" dirty="0"/>
              <a:t>• Frontend: HTML, CSS, JavaScript.</a:t>
            </a:r>
          </a:p>
          <a:p>
            <a:pPr marL="0" indent="0" algn="just">
              <a:buNone/>
            </a:pPr>
            <a:r>
              <a:rPr lang="en-IN" dirty="0"/>
              <a:t>• Backend: Django.</a:t>
            </a:r>
          </a:p>
          <a:p>
            <a:pPr marL="0" indent="0" algn="just">
              <a:buNone/>
            </a:pPr>
            <a:r>
              <a:rPr lang="en-IN" dirty="0"/>
              <a:t>• Database: MongoDB.</a:t>
            </a:r>
          </a:p>
          <a:p>
            <a:pPr marL="0" indent="0" algn="just">
              <a:buNone/>
            </a:pPr>
            <a:r>
              <a:rPr lang="en-IN" dirty="0"/>
              <a:t>• Payments: </a:t>
            </a:r>
            <a:r>
              <a:rPr lang="en-IN" dirty="0" err="1"/>
              <a:t>Rupay</a:t>
            </a:r>
            <a:r>
              <a:rPr lang="en-IN" dirty="0"/>
              <a:t> Gateway.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dirty="0"/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dirty="0"/>
              <a:t>• Secure login.</a:t>
            </a:r>
          </a:p>
          <a:p>
            <a:pPr marL="0" indent="0">
              <a:buNone/>
            </a:pPr>
            <a:r>
              <a:rPr dirty="0"/>
              <a:t>• File uploads with metadata.</a:t>
            </a:r>
          </a:p>
          <a:p>
            <a:pPr marL="0" indent="0">
              <a:buNone/>
            </a:pPr>
            <a:r>
              <a:rPr dirty="0"/>
              <a:t>• Order tracking.</a:t>
            </a:r>
          </a:p>
          <a:p>
            <a:pPr marL="0" indent="0">
              <a:buNone/>
            </a:pPr>
            <a:r>
              <a:rPr dirty="0"/>
              <a:t>• Admin management.</a:t>
            </a:r>
          </a:p>
          <a:p>
            <a:pPr marL="0" indent="0">
              <a:buNone/>
            </a:pPr>
            <a:r>
              <a:rPr dirty="0"/>
              <a:t>• Error-free automated workflow.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dirty="0"/>
              <a:t>Workflow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201157"/>
            <a:ext cx="1371600" cy="731520"/>
          </a:xfrm>
          <a:prstGeom prst="roundRect">
            <a:avLst/>
          </a:prstGeom>
          <a:solidFill>
            <a:srgbClr val="6496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rPr lang="en-IN" dirty="0"/>
              <a:t>Upload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1788262" y="2832756"/>
            <a:ext cx="1371600" cy="731520"/>
          </a:xfrm>
          <a:prstGeom prst="roundRect">
            <a:avLst/>
          </a:prstGeom>
          <a:solidFill>
            <a:srgbClr val="6496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rPr dirty="0"/>
              <a:t>Settings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57035" y="3445498"/>
            <a:ext cx="1371600" cy="731520"/>
          </a:xfrm>
          <a:prstGeom prst="roundRect">
            <a:avLst/>
          </a:prstGeom>
          <a:solidFill>
            <a:srgbClr val="6496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rPr dirty="0"/>
              <a:t>Payment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97526" y="4114798"/>
            <a:ext cx="1371600" cy="731520"/>
          </a:xfrm>
          <a:prstGeom prst="roundRect">
            <a:avLst/>
          </a:prstGeom>
          <a:solidFill>
            <a:srgbClr val="6496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rPr dirty="0"/>
              <a:t>Tracking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53178" y="4934931"/>
            <a:ext cx="1371600" cy="731520"/>
          </a:xfrm>
          <a:prstGeom prst="roundRect">
            <a:avLst/>
          </a:prstGeom>
          <a:solidFill>
            <a:srgbClr val="6496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Admin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Admin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View incoming orders.</a:t>
            </a:r>
          </a:p>
          <a:p>
            <a:pPr marL="0" indent="0">
              <a:buNone/>
            </a:pPr>
            <a:r>
              <a:rPr dirty="0"/>
              <a:t>• Update order status.</a:t>
            </a:r>
          </a:p>
          <a:p>
            <a:pPr marL="0" indent="0">
              <a:buNone/>
            </a:pPr>
            <a:r>
              <a:rPr dirty="0"/>
              <a:t>• Manage payments.</a:t>
            </a:r>
          </a:p>
          <a:p>
            <a:pPr marL="0" indent="0">
              <a:buNone/>
            </a:pPr>
            <a:r>
              <a:rPr dirty="0"/>
              <a:t>• Improve processing speed.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dirty="0"/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dirty="0"/>
              <a:t>• Faster service.</a:t>
            </a:r>
          </a:p>
          <a:p>
            <a:pPr marL="0" indent="0">
              <a:buNone/>
            </a:pPr>
            <a:r>
              <a:rPr dirty="0"/>
              <a:t>• Error-free digital processing.</a:t>
            </a:r>
          </a:p>
          <a:p>
            <a:pPr marL="0" indent="0">
              <a:buNone/>
            </a:pPr>
            <a:r>
              <a:rPr dirty="0"/>
              <a:t>• Less manual workload.</a:t>
            </a:r>
          </a:p>
          <a:p>
            <a:pPr marL="0" indent="0">
              <a:buNone/>
            </a:pPr>
            <a:r>
              <a:rPr dirty="0"/>
              <a:t>• Higher convenience for students.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dirty="0"/>
              <a:t>Smart Xerox Services modernizes campus printing.</a:t>
            </a:r>
          </a:p>
          <a:p>
            <a:r>
              <a:rPr dirty="0"/>
              <a:t>It ensures accuracy, speed, convenience, and a fully digital workflow.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218</Words>
  <Application>Microsoft Office PowerPoint</Application>
  <PresentationFormat>On-screen Show (4:3)</PresentationFormat>
  <Paragraphs>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   Smart Xerox Services</vt:lpstr>
      <vt:lpstr> Introduction</vt:lpstr>
      <vt:lpstr> Problem Statement</vt:lpstr>
      <vt:lpstr>  Proposed Solution</vt:lpstr>
      <vt:lpstr> Technology Stack</vt:lpstr>
      <vt:lpstr> Key Features</vt:lpstr>
      <vt:lpstr> Workflow Diagram</vt:lpstr>
      <vt:lpstr>Admin Dashboard</vt:lpstr>
      <vt:lpstr> Benefits</vt:lpstr>
      <vt:lpstr>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Ushokiran Jinna</cp:lastModifiedBy>
  <cp:revision>2</cp:revision>
  <dcterms:created xsi:type="dcterms:W3CDTF">2013-01-27T09:14:16Z</dcterms:created>
  <dcterms:modified xsi:type="dcterms:W3CDTF">2025-12-11T23:57:07Z</dcterms:modified>
  <cp:category/>
</cp:coreProperties>
</file>